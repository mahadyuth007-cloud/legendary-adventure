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3" d="100"/>
          <a:sy n="83" d="100"/>
        </p:scale>
        <p:origin x="408" y="8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470" y="95885"/>
            <a:ext cx="11691620" cy="1123315"/>
          </a:xfrm>
        </p:spPr>
        <p:txBody>
          <a:bodyPr/>
          <a:lstStyle/>
          <a:p>
            <a:r>
              <a:rPr lang="en-IN" altLang="en-US" sz="4800" b="1" dirty="0">
                <a:solidFill>
                  <a:schemeClr val="tx1"/>
                </a:solidFill>
                <a:latin typeface="Garamond" panose="02020404030301010803" pitchFamily="18" charset="0"/>
              </a:rPr>
              <a:t>MENTIS</a:t>
            </a:r>
            <a:r>
              <a:rPr lang="en-US" sz="4800" b="1" dirty="0">
                <a:solidFill>
                  <a:schemeClr val="tx1"/>
                </a:solidFill>
                <a:latin typeface="Garamond" panose="02020404030301010803" pitchFamily="18" charset="0"/>
              </a:rPr>
              <a:t> 202</a:t>
            </a:r>
            <a:r>
              <a:rPr lang="en-IN" altLang="en-US" sz="4800" b="1" dirty="0">
                <a:solidFill>
                  <a:schemeClr val="tx1"/>
                </a:solidFill>
                <a:latin typeface="Garamond" panose="02020404030301010803" pitchFamily="18" charset="0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586" y="1337945"/>
            <a:ext cx="11092120" cy="47751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MENTIS009</a:t>
            </a:r>
            <a:endParaRPr lang="en-US" sz="2400" dirty="0">
              <a:highlight>
                <a:srgbClr val="01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for postpartum mental health support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Technology for Postpartum mental wellbeing and family support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Category-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Echo</a:t>
            </a:r>
          </a:p>
        </p:txBody>
      </p:sp>
      <p:pic>
        <p:nvPicPr>
          <p:cNvPr id="2" name="Picture 1" descr="tgi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430" y="347345"/>
            <a:ext cx="1833245" cy="607060"/>
          </a:xfrm>
          <a:prstGeom prst="rect">
            <a:avLst/>
          </a:prstGeom>
        </p:spPr>
      </p:pic>
      <p:pic>
        <p:nvPicPr>
          <p:cNvPr id="3" name="Picture 2" descr="viba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675" y="347345"/>
            <a:ext cx="1645285" cy="619760"/>
          </a:xfrm>
          <a:prstGeom prst="rect">
            <a:avLst/>
          </a:prstGeom>
        </p:spPr>
      </p:pic>
      <p:pic>
        <p:nvPicPr>
          <p:cNvPr id="6" name="Picture 5" descr="nau logo (1)"/>
          <p:cNvPicPr>
            <a:picLocks noChangeAspect="1"/>
          </p:cNvPicPr>
          <p:nvPr/>
        </p:nvPicPr>
        <p:blipFill>
          <a:blip r:embed="rId4"/>
          <a:srcRect t="31682" b="28527"/>
          <a:stretch>
            <a:fillRect/>
          </a:stretch>
        </p:blipFill>
        <p:spPr>
          <a:xfrm>
            <a:off x="2252980" y="394970"/>
            <a:ext cx="1433195" cy="524510"/>
          </a:xfrm>
          <a:prstGeom prst="rect">
            <a:avLst/>
          </a:prstGeom>
        </p:spPr>
      </p:pic>
      <p:pic>
        <p:nvPicPr>
          <p:cNvPr id="9" name="Picture 8" descr="innerwhispers-logo-removebg-previe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" y="-148590"/>
            <a:ext cx="1610995" cy="1610995"/>
          </a:xfrm>
          <a:prstGeom prst="rect">
            <a:avLst/>
          </a:prstGeom>
        </p:spPr>
      </p:pic>
      <p:pic>
        <p:nvPicPr>
          <p:cNvPr id="11" name="Picture 10" descr="vaagdevi-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295" y="181610"/>
            <a:ext cx="80010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BEYOND BIRTH</a:t>
            </a:r>
            <a:endParaRPr lang="en-US" sz="36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97766" y="1184695"/>
            <a:ext cx="12094233" cy="5078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 </a:t>
            </a:r>
            <a:endParaRPr lang="en-US" sz="3200" u="sng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An integrated support system that personalizes care, connects mothers to groups, predicts risk, and alerts caregivers.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/>
              <a:t>By offering personalized chatbot support, peer groups, risk prediction, and caregiver alerts, our system tackles underdiagnosis, isolation, and delayed intervention in postpartum depression.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A unique blend of personalized AI, peer support, risk prediction, and real‑time caregiver alerts.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10035396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Python ,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,Flask ,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spaCy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,SQLite ,Html ,Bootstrap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Analyze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Design Develop Evaluate.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2533653"/>
            <a:ext cx="10115909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Low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cost open source ,scalable ,High potential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Chatbot is not a medical substitute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Modular design, Scalability, Continuous feedback gathering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9541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awareness, personal growth , Confidence…..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cost prototype, Reduces isolation ,24/7 Availability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699" y="1898115"/>
            <a:ext cx="9692017" cy="212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prototypes like </a:t>
            </a:r>
            <a:r>
              <a:rPr lang="en-US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PregBot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meternal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health chatbots show feasibility in providing personalized guidance             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Source-</a:t>
            </a:r>
            <a:r>
              <a:rPr lang="en-US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Dr.P.Bhaskar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(QIS College of engineering)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BF9AA1-F3FC-99F9-A718-9E8282B74B4C}"/>
              </a:ext>
            </a:extLst>
          </p:cNvPr>
          <p:cNvSpPr txBox="1"/>
          <p:nvPr/>
        </p:nvSpPr>
        <p:spPr>
          <a:xfrm>
            <a:off x="774699" y="3835878"/>
            <a:ext cx="1055748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17.2% of mothers experience PPD after childbirth ,common estimation is 1 of 7 women are effected                                                                                                                                         </a:t>
            </a:r>
            <a:r>
              <a:rPr lang="en-IN" sz="2000" dirty="0"/>
              <a:t>Source-BMC public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Note - You can delete this slide (Important Pointers) when you upload the details.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368</Words>
  <Application>Microsoft Office PowerPoint</Application>
  <PresentationFormat>Widescreen</PresentationFormat>
  <Paragraphs>52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MS PGothic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MENTIS 2026</vt:lpstr>
      <vt:lpstr> BEYOND BIRTH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sanjay gandhi dharmapuri</cp:lastModifiedBy>
  <cp:revision>156</cp:revision>
  <dcterms:created xsi:type="dcterms:W3CDTF">2013-12-12T18:46:00Z</dcterms:created>
  <dcterms:modified xsi:type="dcterms:W3CDTF">2026-01-31T03:33:30Z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B1ACF414027544C39DD51EF06668D1E6_13</vt:lpwstr>
  </property>
  <property fmtid="{D5CDD505-2E9C-101B-9397-08002B2CF9AE}" pid="3" name="KSOProductBuildVer">
    <vt:lpwstr>1033-12.2.0.23196</vt:lpwstr>
  </property>
</Properties>
</file>